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377440"/>
            <a:ext cx="5120640" cy="5120640"/>
          </a:xfrm>
          <a:prstGeom prst="ellipse">
            <a:avLst/>
          </a:prstGeom>
          <a:ln w="19050">
            <a:solidFill>
              <a:srgbClr val="2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7863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Checklist Says You're Secure.
</a:t>
            </a:r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Model Might Not Be.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553212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AI systems get compromised across training, inference, and deployment, and what actually stops it.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89320" y="8229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821131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8549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377440"/>
            <a:ext cx="5120640" cy="5120640"/>
          </a:xfrm>
          <a:prstGeom prst="ellipse">
            <a:avLst/>
          </a:prstGeom>
          <a:ln w="19050">
            <a:solidFill>
              <a:srgbClr val="2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94360" y="13716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0" b="1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116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enterprises have already embedded AI into a core business function. Most are still securing it like conventional software.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892040"/>
            <a:ext cx="777240" cy="777240"/>
          </a:xfrm>
          <a:prstGeom prst="ellipse">
            <a:avLst/>
          </a:prstGeom>
          <a:solidFill>
            <a:srgbClr val="1D2A4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5094122"/>
            <a:ext cx="373075" cy="37307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5216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6245352"/>
            <a:ext cx="2404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hidden in numerical weights, invisible to code review.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64992" y="4892040"/>
            <a:ext cx="777240" cy="777240"/>
          </a:xfrm>
          <a:prstGeom prst="ellipse">
            <a:avLst/>
          </a:prstGeom>
          <a:solidFill>
            <a:srgbClr val="1D2A4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074" y="509412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64992" y="585216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364992" y="6245352"/>
            <a:ext cx="2404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Whatever gets trained in stays in, until the model is replaced.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89904" y="4892040"/>
            <a:ext cx="777240" cy="777240"/>
          </a:xfrm>
          <a:prstGeom prst="ellipse">
            <a:avLst/>
          </a:prstGeom>
          <a:solidFill>
            <a:srgbClr val="1D2A4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986" y="5094122"/>
            <a:ext cx="373075" cy="37307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089904" y="5852160"/>
            <a:ext cx="2404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INTERCONNECTED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089904" y="6245352"/>
            <a:ext cx="24048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compromised foundation model spreads to everything built on it.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40080" y="8549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377440"/>
            <a:ext cx="5120640" cy="5120640"/>
          </a:xfrm>
          <a:prstGeom prst="ellipse">
            <a:avLst/>
          </a:prstGeom>
          <a:ln w="19050">
            <a:solidFill>
              <a:srgbClr val="2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ATTACKS HAPPEN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Phases. Three Ways In.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820924"/>
            <a:ext cx="777240" cy="777240"/>
          </a:xfrm>
          <a:prstGeom prst="ellipse">
            <a:avLst/>
          </a:prstGeom>
          <a:solidFill>
            <a:srgbClr val="1D2A4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3023006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6060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91640" y="289864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91640" y="333756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Poison the data, and the damage ships with every future deployment.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40080" y="4558284"/>
            <a:ext cx="777240" cy="777240"/>
          </a:xfrm>
          <a:prstGeom prst="ellipse">
            <a:avLst/>
          </a:prstGeom>
          <a:solidFill>
            <a:srgbClr val="1D2A4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62" y="4760366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4343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691640" y="463600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1691640" y="50749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an input the model was never trained to resist.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40080" y="6295644"/>
            <a:ext cx="777240" cy="777240"/>
          </a:xfrm>
          <a:prstGeom prst="ellipse">
            <a:avLst/>
          </a:prstGeom>
          <a:solidFill>
            <a:srgbClr val="1D2A4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6497726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60807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691640" y="637336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1691640" y="68122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 the APIs and infrastructure wrapped around the model.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640080" y="8549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377440"/>
            <a:ext cx="5120640" cy="5120640"/>
          </a:xfrm>
          <a:prstGeom prst="ellipse">
            <a:avLst/>
          </a:prstGeom>
          <a:ln w="19050">
            <a:solidFill>
              <a:srgbClr val="2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HAPPENING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Theoretical. Already Documented.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7863840" cy="1536192"/>
          </a:xfrm>
          <a:prstGeom prst="roundRect">
            <a:avLst>
              <a:gd name="adj" fmla="val 7143"/>
            </a:avLst>
          </a:prstGeom>
          <a:solidFill>
            <a:srgbClr val="141B34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3008376"/>
            <a:ext cx="731520" cy="731520"/>
          </a:xfrm>
          <a:prstGeom prst="ellipse">
            <a:avLst/>
          </a:prstGeom>
          <a:solidFill>
            <a:srgbClr val="1D2A4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15" y="3198571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862072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Vehicles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057400" y="32918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patches make stop signs read as speed-limit signs to onboard vision models.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4361688"/>
            <a:ext cx="7863840" cy="1536192"/>
          </a:xfrm>
          <a:prstGeom prst="roundRect">
            <a:avLst>
              <a:gd name="adj" fmla="val 7143"/>
            </a:avLst>
          </a:prstGeom>
          <a:solidFill>
            <a:srgbClr val="141B34"/>
          </a:solidFill>
          <a:ln/>
        </p:spPr>
      </p:sp>
      <p:sp>
        <p:nvSpPr>
          <p:cNvPr id="11" name="Shape 8"/>
          <p:cNvSpPr/>
          <p:nvPr/>
        </p:nvSpPr>
        <p:spPr>
          <a:xfrm>
            <a:off x="960120" y="4764024"/>
            <a:ext cx="731520" cy="731520"/>
          </a:xfrm>
          <a:prstGeom prst="ellipse">
            <a:avLst/>
          </a:prstGeom>
          <a:solidFill>
            <a:srgbClr val="1D2A4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15" y="4954219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57400" y="46177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Fraud Detection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2057400" y="5047488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reverse-engineer fraud model decision boundaries through repeated API queries.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6117336"/>
            <a:ext cx="7863840" cy="1536192"/>
          </a:xfrm>
          <a:prstGeom prst="roundRect">
            <a:avLst>
              <a:gd name="adj" fmla="val 7143"/>
            </a:avLst>
          </a:prstGeom>
          <a:solidFill>
            <a:srgbClr val="141B34"/>
          </a:solidFill>
          <a:ln/>
        </p:spPr>
      </p:sp>
      <p:sp>
        <p:nvSpPr>
          <p:cNvPr id="16" name="Shape 12"/>
          <p:cNvSpPr/>
          <p:nvPr/>
        </p:nvSpPr>
        <p:spPr>
          <a:xfrm>
            <a:off x="960120" y="6519672"/>
            <a:ext cx="731520" cy="731520"/>
          </a:xfrm>
          <a:prstGeom prst="ellipse">
            <a:avLst/>
          </a:prstGeom>
          <a:solidFill>
            <a:srgbClr val="1D2A4D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315" y="6709867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57400" y="637336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Diagnostics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2057400" y="6803136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reported flipping chest CT scans from malignant to benign.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8549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377440"/>
            <a:ext cx="5120640" cy="5120640"/>
          </a:xfrm>
          <a:prstGeom prst="ellipse">
            <a:avLst/>
          </a:prstGeom>
          <a:ln w="19050">
            <a:solidFill>
              <a:srgbClr val="2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94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 AI Security Like
</a:t>
            </a:r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5F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Actually Is.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880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4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attack surface, not an afterthought.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1D2A4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410839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399592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 </a:t>
            </a:r>
            <a:pPr indent="0" marL="0">
              <a:buNone/>
            </a:pPr>
            <a:r>
              <a:rPr lang="en-US" sz="155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 security-controlled asset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1D2A4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839" y="488563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477316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  </a:t>
            </a:r>
            <a:pPr indent="0" marL="0">
              <a:buNone/>
            </a:pPr>
            <a:r>
              <a:rPr lang="en-US" sz="155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 supply chain risk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640080" y="5532120"/>
            <a:ext cx="502920" cy="502920"/>
          </a:xfrm>
          <a:prstGeom prst="ellipse">
            <a:avLst/>
          </a:prstGeom>
          <a:solidFill>
            <a:srgbClr val="1D2A4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66287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5550408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F7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inputs  </a:t>
            </a:r>
            <a:pPr indent="0" marL="0">
              <a:buNone/>
            </a:pPr>
            <a:r>
              <a:rPr lang="en-US" sz="155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 an adversarial channel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640080" y="78181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4D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full breakdown</a:t>
            </a:r>
            <a:endParaRPr lang="en-US" sz="19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7863840"/>
            <a:ext cx="347472" cy="34747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080" y="8247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in bio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640080" y="8549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B9C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2026-08-18T11:15:59Z</dcterms:created>
  <dcterms:modified xsi:type="dcterms:W3CDTF">2026-08-18T11:15:59Z</dcterms:modified>
</cp:coreProperties>
</file>