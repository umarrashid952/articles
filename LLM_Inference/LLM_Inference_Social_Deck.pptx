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141732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Inference vs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Inference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3657600" y="3063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serving large language models needs a completely different playbook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Your Average Model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657600" y="1965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2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fixed shape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0" y="23682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handle variable-length input and output, something a regular CNN was never built for.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657600" y="3063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2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 gets messy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0" y="346557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in the same batch finish generating at completely different times.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657600" y="41605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2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continuous batching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0" y="456285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requests are swapped out instantly so new ones can fill the slot.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Model, Two Personalities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657600" y="1965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2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is compute-bound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0" y="23682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processes your entire prompt in one heavy pass.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657600" y="3063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2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is memory-bound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0" y="346557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it generates the response one token at a time, leaning on cached data.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657600" y="41605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2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disaggregation + KV caching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0" y="456285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GPU pools per stage, plus a PagedAttention-style cache to reuse work.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Gets Complicated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657600" y="1965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2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isn't random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0" y="23682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Prefix-aware routing sends each request to the replica that already holds its cache.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657600" y="30632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2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Mixture-of-Experts changes sharding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0" y="346557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layers are replicated, expert layers are split across GPUs.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657600" y="41605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2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why specialized engines exist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0" y="456285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vLLM, SGLang, and TensorRT-LLM were built to solve exactly these problems.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2026-07-30T19:34:21Z</dcterms:created>
  <dcterms:modified xsi:type="dcterms:W3CDTF">2026-07-30T19:34:21Z</dcterms:modified>
</cp:coreProperties>
</file>